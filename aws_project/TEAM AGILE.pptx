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2" d="100"/>
          <a:sy n="42" d="100"/>
        </p:scale>
        <p:origin x="78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2"/>
            <a:ext cx="2356674" cy="6853285"/>
            <a:chOff x="6627813" y="195454"/>
            <a:chExt cx="1952625" cy="5678297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454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59852-9AC0-4549-8AC0-33E5D25FB0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2021305"/>
            <a:ext cx="8915399" cy="1572128"/>
          </a:xfrm>
        </p:spPr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TEAM AGILE</a:t>
            </a:r>
            <a:endParaRPr lang="en-NG" dirty="0">
              <a:latin typeface="Arial Rounded MT Bold" panose="020F07040305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F42CBC-CAB5-4DF2-9C58-4B3F949379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9213" y="3593433"/>
            <a:ext cx="8915399" cy="2518609"/>
          </a:xfrm>
        </p:spPr>
        <p:txBody>
          <a:bodyPr>
            <a:normAutofit/>
          </a:bodyPr>
          <a:lstStyle/>
          <a:p>
            <a:r>
              <a:rPr lang="en-US" b="1" dirty="0"/>
              <a:t>Team Members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dirty="0"/>
              <a:t>Blessed </a:t>
            </a:r>
            <a:r>
              <a:rPr lang="en-US" b="1" i="1" dirty="0" err="1"/>
              <a:t>Madukoma</a:t>
            </a:r>
            <a:endParaRPr lang="en-US" b="1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dirty="0"/>
              <a:t>Temitope Bamidele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dirty="0"/>
              <a:t>Arowosegbe Iyanuoluwa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dirty="0"/>
              <a:t>Henry </a:t>
            </a:r>
            <a:r>
              <a:rPr lang="en-US" b="1" i="1" dirty="0" err="1"/>
              <a:t>Fadeni</a:t>
            </a:r>
            <a:endParaRPr lang="en-US" b="1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dirty="0"/>
              <a:t>Doreen John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3630742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734A7-F217-4AFA-9337-F4DD3196A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946778"/>
            <a:ext cx="8911687" cy="707385"/>
          </a:xfrm>
        </p:spPr>
        <p:txBody>
          <a:bodyPr/>
          <a:lstStyle/>
          <a:p>
            <a:pPr algn="ctr"/>
            <a:r>
              <a:rPr lang="en-US" b="1" dirty="0"/>
              <a:t>Project Summary</a:t>
            </a:r>
            <a:endParaRPr lang="en-N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4C988-7ED2-4EC2-A7BB-650A39A7FA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128211"/>
          </a:xfrm>
        </p:spPr>
        <p:txBody>
          <a:bodyPr>
            <a:normAutofit/>
          </a:bodyPr>
          <a:lstStyle/>
          <a:p>
            <a:r>
              <a:rPr lang="en-US" sz="2400" b="1" dirty="0"/>
              <a:t>Design a reproducible batch data pipeline that cleans, transforms and stores Pakistan’s Largest E-Commerce Dataset in an efficient format using a smart partitioning strategy. </a:t>
            </a:r>
          </a:p>
          <a:p>
            <a:r>
              <a:rPr lang="en-US" sz="2400" b="1" dirty="0"/>
              <a:t>The batch data pipeline aims to use the AWS S3 (Simple Storage Service) for storing the pipeline result..</a:t>
            </a:r>
            <a:endParaRPr lang="en-NG" sz="2400" b="1" dirty="0"/>
          </a:p>
        </p:txBody>
      </p:sp>
    </p:spTree>
    <p:extLst>
      <p:ext uri="{BB962C8B-B14F-4D97-AF65-F5344CB8AC3E}">
        <p14:creationId xmlns:p14="http://schemas.microsoft.com/office/powerpoint/2010/main" val="3248321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DF8DF-469A-4DE2-990D-C41F41463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786062"/>
            <a:ext cx="8911687" cy="721895"/>
          </a:xfrm>
        </p:spPr>
        <p:txBody>
          <a:bodyPr/>
          <a:lstStyle/>
          <a:p>
            <a:pPr algn="ctr"/>
            <a:r>
              <a:rPr lang="en-US" b="1" dirty="0"/>
              <a:t>Tech Stack</a:t>
            </a:r>
            <a:endParaRPr lang="en-N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80508-DE18-482B-AE3C-41859179C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791327"/>
            <a:ext cx="8915400" cy="2662990"/>
          </a:xfrm>
        </p:spPr>
        <p:txBody>
          <a:bodyPr>
            <a:normAutofit/>
          </a:bodyPr>
          <a:lstStyle/>
          <a:p>
            <a:r>
              <a:rPr lang="en-US" sz="2500" b="1" dirty="0">
                <a:latin typeface="Arial Rounded MT Bold" panose="020F0704030504030204" pitchFamily="34" charset="0"/>
              </a:rPr>
              <a:t>Data Loading : </a:t>
            </a:r>
            <a:r>
              <a:rPr lang="en-US" sz="2500" b="1" dirty="0" err="1">
                <a:latin typeface="Arial Rounded MT Bold" panose="020F0704030504030204" pitchFamily="34" charset="0"/>
              </a:rPr>
              <a:t>Polars</a:t>
            </a:r>
            <a:endParaRPr lang="en-US" sz="2500" b="1" dirty="0">
              <a:latin typeface="Arial Rounded MT Bold" panose="020F0704030504030204" pitchFamily="34" charset="0"/>
            </a:endParaRPr>
          </a:p>
          <a:p>
            <a:r>
              <a:rPr lang="en-US" sz="2500" b="1" dirty="0">
                <a:latin typeface="Arial Rounded MT Bold" panose="020F0704030504030204" pitchFamily="34" charset="0"/>
              </a:rPr>
              <a:t>Data Cleaning and Transformation: </a:t>
            </a:r>
            <a:r>
              <a:rPr lang="en-US" sz="2500" b="1" dirty="0" err="1">
                <a:latin typeface="Arial Rounded MT Bold" panose="020F0704030504030204" pitchFamily="34" charset="0"/>
              </a:rPr>
              <a:t>Polars</a:t>
            </a:r>
            <a:endParaRPr lang="en-US" sz="2500" b="1" dirty="0">
              <a:latin typeface="Arial Rounded MT Bold" panose="020F0704030504030204" pitchFamily="34" charset="0"/>
            </a:endParaRPr>
          </a:p>
          <a:p>
            <a:r>
              <a:rPr lang="en-US" sz="2500" b="1" dirty="0">
                <a:latin typeface="Arial Rounded MT Bold" panose="020F0704030504030204" pitchFamily="34" charset="0"/>
              </a:rPr>
              <a:t>Data </a:t>
            </a:r>
            <a:r>
              <a:rPr lang="en-US" sz="2500" b="1" dirty="0" err="1">
                <a:latin typeface="Arial Rounded MT Bold" panose="020F0704030504030204" pitchFamily="34" charset="0"/>
              </a:rPr>
              <a:t>Partioning</a:t>
            </a:r>
            <a:r>
              <a:rPr lang="en-US" sz="2500" b="1" dirty="0">
                <a:latin typeface="Arial Rounded MT Bold" panose="020F0704030504030204" pitchFamily="34" charset="0"/>
              </a:rPr>
              <a:t>: boto3</a:t>
            </a:r>
          </a:p>
          <a:p>
            <a:r>
              <a:rPr lang="en-US" sz="2500" b="1" dirty="0">
                <a:latin typeface="Arial Rounded MT Bold" panose="020F0704030504030204" pitchFamily="34" charset="0"/>
              </a:rPr>
              <a:t>Data Storage: AWS S3</a:t>
            </a:r>
          </a:p>
          <a:p>
            <a:r>
              <a:rPr lang="en-US" sz="2500" b="1" dirty="0">
                <a:latin typeface="Arial Rounded MT Bold" panose="020F0704030504030204" pitchFamily="34" charset="0"/>
              </a:rPr>
              <a:t>Data Testing: </a:t>
            </a:r>
            <a:r>
              <a:rPr lang="en-US" sz="2500" b="1" dirty="0" err="1">
                <a:latin typeface="Arial Rounded MT Bold" panose="020F0704030504030204" pitchFamily="34" charset="0"/>
              </a:rPr>
              <a:t>pytest</a:t>
            </a:r>
            <a:endParaRPr lang="en-US" sz="2500" b="1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2889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244CA-5F5E-4A8B-B9BD-A476A922F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03637"/>
          </a:xfrm>
        </p:spPr>
        <p:txBody>
          <a:bodyPr/>
          <a:lstStyle/>
          <a:p>
            <a:pPr algn="ctr"/>
            <a:r>
              <a:rPr lang="en-US" b="1" dirty="0"/>
              <a:t>Architecture Diagram</a:t>
            </a:r>
            <a:endParaRPr lang="en-NG" b="1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88F58EC-5140-4C87-881D-2F5E068FD3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42146" y="1724297"/>
            <a:ext cx="8678779" cy="4756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781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01B5D-9715-471C-BEF6-6DBAA7921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08301"/>
          </a:xfrm>
        </p:spPr>
        <p:txBody>
          <a:bodyPr/>
          <a:lstStyle/>
          <a:p>
            <a:pPr algn="ctr"/>
            <a:r>
              <a:rPr lang="en-US" b="1" dirty="0"/>
              <a:t>Task Assignment</a:t>
            </a:r>
            <a:endParaRPr lang="en-N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E6028-C496-4806-B742-3F1A36FAB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89463"/>
            <a:ext cx="8915400" cy="4221759"/>
          </a:xfrm>
        </p:spPr>
        <p:txBody>
          <a:bodyPr/>
          <a:lstStyle/>
          <a:p>
            <a:r>
              <a:rPr lang="en-US" b="1" dirty="0"/>
              <a:t>Data Exploration/Cleaning and Transformation</a:t>
            </a:r>
          </a:p>
          <a:p>
            <a:pPr marL="0" indent="0">
              <a:buNone/>
            </a:pPr>
            <a:r>
              <a:rPr lang="en-US" dirty="0"/>
              <a:t>(Arowosegbe Iyanuoluwa, Blessed </a:t>
            </a:r>
            <a:r>
              <a:rPr lang="en-US" dirty="0" err="1"/>
              <a:t>Madukoma</a:t>
            </a:r>
            <a:r>
              <a:rPr lang="en-US" dirty="0"/>
              <a:t>)</a:t>
            </a:r>
          </a:p>
          <a:p>
            <a:r>
              <a:rPr lang="en-US" b="1" dirty="0"/>
              <a:t>Data Partitioning with AWS</a:t>
            </a:r>
          </a:p>
          <a:p>
            <a:pPr marL="0" indent="0">
              <a:buNone/>
            </a:pPr>
            <a:r>
              <a:rPr lang="en-US" dirty="0"/>
              <a:t>(Henry </a:t>
            </a:r>
            <a:r>
              <a:rPr lang="en-US" dirty="0" err="1"/>
              <a:t>Fadeni</a:t>
            </a:r>
            <a:r>
              <a:rPr lang="en-US" dirty="0"/>
              <a:t>, Temitope Bamidele)</a:t>
            </a:r>
          </a:p>
          <a:p>
            <a:r>
              <a:rPr lang="en-US" b="1" dirty="0"/>
              <a:t>Testing</a:t>
            </a:r>
          </a:p>
          <a:p>
            <a:pPr marL="0" indent="0">
              <a:buNone/>
            </a:pPr>
            <a:r>
              <a:rPr lang="en-US" dirty="0"/>
              <a:t>(Henry </a:t>
            </a:r>
            <a:r>
              <a:rPr lang="en-US" dirty="0" err="1"/>
              <a:t>Fadeni</a:t>
            </a:r>
            <a:r>
              <a:rPr lang="en-US" dirty="0"/>
              <a:t>, Arowosegbe Victor)</a:t>
            </a:r>
          </a:p>
          <a:p>
            <a:r>
              <a:rPr lang="en-US" b="1"/>
              <a:t>AWS </a:t>
            </a:r>
            <a:r>
              <a:rPr lang="en-US" b="1" dirty="0"/>
              <a:t>S3 monitoring</a:t>
            </a:r>
          </a:p>
          <a:p>
            <a:pPr marL="0" indent="0">
              <a:buNone/>
            </a:pPr>
            <a:r>
              <a:rPr lang="en-US" dirty="0"/>
              <a:t>(Temitope Bamidele)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148596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AF878-87A5-49CE-AE37-E9197C039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30221"/>
          </a:xfrm>
        </p:spPr>
        <p:txBody>
          <a:bodyPr/>
          <a:lstStyle/>
          <a:p>
            <a:pPr algn="ctr"/>
            <a:r>
              <a:rPr lang="en-US" b="1" dirty="0"/>
              <a:t>Progress Update</a:t>
            </a:r>
            <a:endParaRPr lang="en-N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52BC4-A592-4374-A1A4-1F59934F4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567543"/>
            <a:ext cx="8915400" cy="4145280"/>
          </a:xfrm>
        </p:spPr>
        <p:txBody>
          <a:bodyPr>
            <a:normAutofit fontScale="62500" lnSpcReduction="20000"/>
          </a:bodyPr>
          <a:lstStyle/>
          <a:p>
            <a:r>
              <a:rPr lang="en-US" sz="2500" b="1" dirty="0"/>
              <a:t>High Cardinal Columns for Partitioning Identified.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500" b="1" dirty="0"/>
              <a:t>Month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500" b="1" dirty="0"/>
              <a:t>Year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500" b="1" dirty="0"/>
              <a:t>BI Status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500" b="1" dirty="0"/>
              <a:t>FY</a:t>
            </a:r>
          </a:p>
          <a:p>
            <a:r>
              <a:rPr lang="en-US" sz="2500" b="1" dirty="0"/>
              <a:t>Price Implication for AWS storage investigated.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500" b="1" dirty="0"/>
              <a:t>1 </a:t>
            </a:r>
            <a:r>
              <a:rPr lang="en-US" sz="2500" b="1" dirty="0" err="1"/>
              <a:t>gb</a:t>
            </a:r>
            <a:r>
              <a:rPr lang="en-US" sz="2500" b="1" dirty="0"/>
              <a:t> storage unit per month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500" b="1" dirty="0"/>
              <a:t>100 PUT request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500" b="1" dirty="0"/>
              <a:t>100 GET request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500" b="1" dirty="0"/>
              <a:t>0.02USD per month</a:t>
            </a:r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	</a:t>
            </a:r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137131599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647252"/>
      </a:dk2>
      <a:lt2>
        <a:srgbClr val="EAE8CF"/>
      </a:lt2>
      <a:accent1>
        <a:srgbClr val="E78712"/>
      </a:accent1>
      <a:accent2>
        <a:srgbClr val="B73C26"/>
      </a:accent2>
      <a:accent3>
        <a:srgbClr val="865331"/>
      </a:accent3>
      <a:accent4>
        <a:srgbClr val="B38648"/>
      </a:accent4>
      <a:accent5>
        <a:srgbClr val="BBB473"/>
      </a:accent5>
      <a:accent6>
        <a:srgbClr val="849276"/>
      </a:accent6>
      <a:hlink>
        <a:srgbClr val="FDAB2A"/>
      </a:hlink>
      <a:folHlink>
        <a:srgbClr val="CCB182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54F6613E-5ED7-40ED-90A8-F639BE712C0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112</TotalTime>
  <Words>168</Words>
  <Application>Microsoft Office PowerPoint</Application>
  <PresentationFormat>Widescreen</PresentationFormat>
  <Paragraphs>41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Arial Rounded MT Bold</vt:lpstr>
      <vt:lpstr>Century Gothic</vt:lpstr>
      <vt:lpstr>Wingdings 3</vt:lpstr>
      <vt:lpstr>Wisp</vt:lpstr>
      <vt:lpstr>TEAM AGILE</vt:lpstr>
      <vt:lpstr>Project Summary</vt:lpstr>
      <vt:lpstr>Tech Stack</vt:lpstr>
      <vt:lpstr>Architecture Diagram</vt:lpstr>
      <vt:lpstr>Task Assignment</vt:lpstr>
      <vt:lpstr>Progress Update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AGILE</dc:title>
  <dc:creator>APIN PC</dc:creator>
  <cp:lastModifiedBy>APIN PC</cp:lastModifiedBy>
  <cp:revision>10</cp:revision>
  <dcterms:created xsi:type="dcterms:W3CDTF">2025-04-12T14:13:58Z</dcterms:created>
  <dcterms:modified xsi:type="dcterms:W3CDTF">2025-04-12T16:25:29Z</dcterms:modified>
</cp:coreProperties>
</file>